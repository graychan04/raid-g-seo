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89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AC1C34-7792-F493-215D-94CB5E891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A238A8-2DB2-ECA5-78E4-4C411315D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4891A3-FA3F-F908-B874-38C327267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E4015-0047-4E1E-967F-4B601448528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607458-3E44-04DC-98D7-8EFE8AF59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11BCDE-B2FE-52DD-88E3-D29AD6AC9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B979-D6B2-4CB9-8FD8-4BE56177D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85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C2E80F-CBE7-0283-4889-6025D9460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7689DC-DF1A-0B8E-1B18-09DBDE335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03FE91-E8BE-1726-67C6-3A97DB3A5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E4015-0047-4E1E-967F-4B601448528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B80E20-356D-9CB9-7A3D-2B865EB78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681E72-BB22-903D-3690-87AA283BE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B979-D6B2-4CB9-8FD8-4BE56177D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93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6FEB7-3537-A378-DB28-5C4F91AB1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F22301-E21D-B025-D523-B8D047001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8F967D-1298-FB5A-112E-0423F7548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E4015-0047-4E1E-967F-4B601448528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538A06-B4E2-A559-0BCD-4300C8507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F6DE98-5E3B-1151-DD70-446EB8178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B979-D6B2-4CB9-8FD8-4BE56177D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99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5C37E5-6089-7017-8F00-0381A00B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69C660-53E2-3097-A1AE-B59A64F7B0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2D7063-F523-2EBE-F05F-3688D2557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B77D9D-F037-56A9-97B8-D1ABD487F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E4015-0047-4E1E-967F-4B601448528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893AD1-89BB-22BA-6B1B-15929AF98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5AB51C-D815-64F8-03F2-20D650581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B979-D6B2-4CB9-8FD8-4BE56177D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28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30B900-0B2B-C6BF-3C34-A5566709E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71123E-8CF7-D5A0-4AAC-7F2AF8FAA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701544-08E1-3A87-CC16-5FC8DD189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51FB26-F5ED-655E-5FBC-919A8A83E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71F11A-9888-B552-85B7-371EB3EFD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AF391F1-2131-8F40-DBD3-ACB19B33D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E4015-0047-4E1E-967F-4B601448528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F9E866B-8E6C-3CB7-3AFC-2045D21AD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51A627-CD04-DABC-D7A6-C1B4CB4BF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B979-D6B2-4CB9-8FD8-4BE56177D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570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1DE190-9A41-C4F3-179F-66D5537D3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8BF3C6-7882-C7C7-3EC1-00828B614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E4015-0047-4E1E-967F-4B601448528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941BA5-859C-005C-D78B-653CB7B28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05846A-06F8-751D-9B03-A1E390F77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B979-D6B2-4CB9-8FD8-4BE56177D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996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CCBE467-DD82-A074-03C1-E95D379E5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E4015-0047-4E1E-967F-4B601448528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6BAFF0-3CFD-5E6F-1648-2506EC342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A40145-9E83-68ED-998C-9EF2B7B3E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B979-D6B2-4CB9-8FD8-4BE56177D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376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5D5A1B-16B4-E6C2-42A5-B7C05C093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302EF2-4008-8F5A-7BC1-872234F7D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76565D-5F2C-27B1-B190-54EB299D7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974CBB-891F-21DD-13E7-2AD05FA19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E4015-0047-4E1E-967F-4B601448528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4ECA1E-DE9F-ABE3-5DEF-253431EC0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C84CD9-DDB6-1111-5ADC-AA7821DF1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B979-D6B2-4CB9-8FD8-4BE56177D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933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27F959-1C4A-F9A3-BF53-77E38A218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97690B2-8F9D-DD99-E020-09CE18B3B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3A5E73-A186-14A5-B354-694E05C19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640D2A-3BE0-976F-53C2-CE1ED42D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E4015-0047-4E1E-967F-4B601448528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FA30D6-49F0-BB3F-E83E-04430DA4B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E00A6D-ADDE-DAAE-68A4-8CA8712B7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B979-D6B2-4CB9-8FD8-4BE56177D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069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8EF1B2-68F2-1CE4-89A2-9F8D140B7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8F28FA-E5D0-BDD6-4CCB-75748D369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CABC0E-CA17-5C94-1082-848F81DCC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E4015-0047-4E1E-967F-4B601448528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8B4B80-A51D-CDEA-6C6F-BC16ACCD6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654318-68FD-367E-06E8-DFE085246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B979-D6B2-4CB9-8FD8-4BE56177D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448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54D2DD-C444-2645-F0C5-777AA2F652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61F4A0-E516-766A-8BC4-8465058F1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DC87AC-1619-141E-E28F-EAF77C801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E4015-0047-4E1E-967F-4B601448528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05F100-D54E-55EF-77ED-75F761E7A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2B46FE-A45A-1FCB-4D72-456E54D7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B979-D6B2-4CB9-8FD8-4BE56177D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155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E84E25B-91B4-46F3-2C08-1A787307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94F62E-302F-1E6B-8218-4BA897EC1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39D1B4-C705-9B2C-26A3-2E011A8DEA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E4015-0047-4E1E-967F-4B601448528D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DA750F-D162-7D80-D322-A1E492516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E00A52-C3CB-8C83-6536-4295A7565A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FB979-D6B2-4CB9-8FD8-4BE56177D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84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>
            <a:extLst>
              <a:ext uri="{FF2B5EF4-FFF2-40B4-BE49-F238E27FC236}">
                <a16:creationId xmlns:a16="http://schemas.microsoft.com/office/drawing/2014/main" id="{1465A5BB-647F-E3EA-6365-ACAFB8E61181}"/>
              </a:ext>
            </a:extLst>
          </p:cNvPr>
          <p:cNvGrpSpPr/>
          <p:nvPr/>
        </p:nvGrpSpPr>
        <p:grpSpPr>
          <a:xfrm>
            <a:off x="208257" y="1062027"/>
            <a:ext cx="9289106" cy="4845135"/>
            <a:chOff x="208257" y="1062027"/>
            <a:chExt cx="9289106" cy="484513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23FA111-F9B6-6C20-D804-0A3A16D6DAED}"/>
                </a:ext>
              </a:extLst>
            </p:cNvPr>
            <p:cNvSpPr/>
            <p:nvPr/>
          </p:nvSpPr>
          <p:spPr>
            <a:xfrm>
              <a:off x="208257" y="2762498"/>
              <a:ext cx="1440000" cy="72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Original Content</a:t>
              </a:r>
              <a:endPara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4235750-DBE4-5394-47FE-7366FC1BE0D6}"/>
                </a:ext>
              </a:extLst>
            </p:cNvPr>
            <p:cNvSpPr/>
            <p:nvPr/>
          </p:nvSpPr>
          <p:spPr>
            <a:xfrm>
              <a:off x="4933634" y="2762498"/>
              <a:ext cx="1260000" cy="72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Core Query</a:t>
              </a:r>
              <a:endPara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DACACD9-5D07-2789-B21E-05D9D9A762A0}"/>
                </a:ext>
              </a:extLst>
            </p:cNvPr>
            <p:cNvSpPr/>
            <p:nvPr/>
          </p:nvSpPr>
          <p:spPr>
            <a:xfrm>
              <a:off x="2570945" y="2762498"/>
              <a:ext cx="1440000" cy="72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Diverse Queries</a:t>
              </a:r>
              <a:endPara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9A2A838E-144F-A1C3-8F68-34E65E095D64}"/>
                </a:ext>
              </a:extLst>
            </p:cNvPr>
            <p:cNvCxnSpPr>
              <a:cxnSpLocks/>
              <a:stCxn id="4" idx="3"/>
              <a:endCxn id="6" idx="1"/>
            </p:cNvCxnSpPr>
            <p:nvPr/>
          </p:nvCxnSpPr>
          <p:spPr>
            <a:xfrm>
              <a:off x="1648257" y="3122498"/>
              <a:ext cx="922688" cy="0"/>
            </a:xfrm>
            <a:prstGeom prst="straightConnector1">
              <a:avLst/>
            </a:prstGeom>
            <a:ln w="158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E632F63-45CD-6AEE-1F48-46EA52BC423C}"/>
                </a:ext>
              </a:extLst>
            </p:cNvPr>
            <p:cNvSpPr/>
            <p:nvPr/>
          </p:nvSpPr>
          <p:spPr>
            <a:xfrm>
              <a:off x="4483634" y="5182969"/>
              <a:ext cx="2160000" cy="72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Initial Optimized Content</a:t>
              </a:r>
              <a:endPara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462A0F5B-07C7-13D0-097C-1B7CE6AD1F86}"/>
                </a:ext>
              </a:extLst>
            </p:cNvPr>
            <p:cNvCxnSpPr>
              <a:cxnSpLocks/>
              <a:stCxn id="6" idx="3"/>
              <a:endCxn id="5" idx="1"/>
            </p:cNvCxnSpPr>
            <p:nvPr/>
          </p:nvCxnSpPr>
          <p:spPr>
            <a:xfrm>
              <a:off x="4010945" y="3122498"/>
              <a:ext cx="922689" cy="0"/>
            </a:xfrm>
            <a:prstGeom prst="straightConnector1">
              <a:avLst/>
            </a:prstGeom>
            <a:ln w="158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连接符: 肘形 18">
              <a:extLst>
                <a:ext uri="{FF2B5EF4-FFF2-40B4-BE49-F238E27FC236}">
                  <a16:creationId xmlns:a16="http://schemas.microsoft.com/office/drawing/2014/main" id="{36EAB5EC-88B6-2E94-98C7-32783D620CA7}"/>
                </a:ext>
              </a:extLst>
            </p:cNvPr>
            <p:cNvCxnSpPr>
              <a:cxnSpLocks/>
              <a:stCxn id="6" idx="0"/>
              <a:endCxn id="22" idx="1"/>
            </p:cNvCxnSpPr>
            <p:nvPr/>
          </p:nvCxnSpPr>
          <p:spPr>
            <a:xfrm rot="5400000" flipH="1" flipV="1">
              <a:off x="3597172" y="1606037"/>
              <a:ext cx="850235" cy="1462689"/>
            </a:xfrm>
            <a:prstGeom prst="bentConnector2">
              <a:avLst/>
            </a:prstGeom>
            <a:ln w="158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798F5DC-456E-0A5D-F8C3-C40DE5AF58B1}"/>
                </a:ext>
              </a:extLst>
            </p:cNvPr>
            <p:cNvSpPr/>
            <p:nvPr/>
          </p:nvSpPr>
          <p:spPr>
            <a:xfrm>
              <a:off x="4753634" y="1552263"/>
              <a:ext cx="1620000" cy="72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Summarized Queries</a:t>
              </a:r>
              <a:endPara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7" name="连接符: 肘形 26">
              <a:extLst>
                <a:ext uri="{FF2B5EF4-FFF2-40B4-BE49-F238E27FC236}">
                  <a16:creationId xmlns:a16="http://schemas.microsoft.com/office/drawing/2014/main" id="{13A044DF-252D-0FF2-14C6-7CCC75D5FAD2}"/>
                </a:ext>
              </a:extLst>
            </p:cNvPr>
            <p:cNvCxnSpPr>
              <a:cxnSpLocks/>
              <a:stCxn id="4" idx="2"/>
              <a:endCxn id="13" idx="1"/>
            </p:cNvCxnSpPr>
            <p:nvPr/>
          </p:nvCxnSpPr>
          <p:spPr>
            <a:xfrm rot="16200000" flipH="1">
              <a:off x="1675710" y="2735044"/>
              <a:ext cx="2060471" cy="3555377"/>
            </a:xfrm>
            <a:prstGeom prst="bentConnector2">
              <a:avLst/>
            </a:prstGeom>
            <a:ln w="158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6D633087-70D3-FA4F-5D32-8BF4E6995EF9}"/>
                </a:ext>
              </a:extLst>
            </p:cNvPr>
            <p:cNvCxnSpPr>
              <a:cxnSpLocks/>
              <a:stCxn id="5" idx="2"/>
              <a:endCxn id="13" idx="0"/>
            </p:cNvCxnSpPr>
            <p:nvPr/>
          </p:nvCxnSpPr>
          <p:spPr>
            <a:xfrm>
              <a:off x="5563634" y="3482498"/>
              <a:ext cx="0" cy="1700471"/>
            </a:xfrm>
            <a:prstGeom prst="straightConnector1">
              <a:avLst/>
            </a:prstGeom>
            <a:ln w="158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A2EB0E4D-BC30-932D-7E03-7D601FB5725E}"/>
                </a:ext>
              </a:extLst>
            </p:cNvPr>
            <p:cNvSpPr txBox="1"/>
            <p:nvPr/>
          </p:nvSpPr>
          <p:spPr>
            <a:xfrm>
              <a:off x="1608502" y="2803999"/>
              <a:ext cx="1002197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Generation</a:t>
              </a:r>
              <a:endParaRPr lang="zh-CN" altLang="en-US" sz="12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FEE15D56-64D5-DF07-790E-4D3FC51296A7}"/>
                </a:ext>
              </a:extLst>
            </p:cNvPr>
            <p:cNvSpPr txBox="1"/>
            <p:nvPr/>
          </p:nvSpPr>
          <p:spPr>
            <a:xfrm>
              <a:off x="1877037" y="4194234"/>
              <a:ext cx="23218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Step 1: Rough Optimization</a:t>
              </a:r>
              <a:endParaRPr lang="zh-CN" altLang="en-US" sz="12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C7581F4-5D2C-4CC6-370F-FF48CB436B92}"/>
                </a:ext>
              </a:extLst>
            </p:cNvPr>
            <p:cNvSpPr txBox="1"/>
            <p:nvPr/>
          </p:nvSpPr>
          <p:spPr>
            <a:xfrm>
              <a:off x="3645453" y="2378881"/>
              <a:ext cx="1293944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Summarization</a:t>
              </a:r>
              <a:endParaRPr lang="zh-CN" altLang="en-US" sz="12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8" name="连接符: 曲线 37">
              <a:extLst>
                <a:ext uri="{FF2B5EF4-FFF2-40B4-BE49-F238E27FC236}">
                  <a16:creationId xmlns:a16="http://schemas.microsoft.com/office/drawing/2014/main" id="{B22C82D7-7183-A9C8-7B23-96F3D91A2685}"/>
                </a:ext>
              </a:extLst>
            </p:cNvPr>
            <p:cNvCxnSpPr>
              <a:cxnSpLocks/>
              <a:stCxn id="22" idx="0"/>
              <a:endCxn id="22" idx="3"/>
            </p:cNvCxnSpPr>
            <p:nvPr/>
          </p:nvCxnSpPr>
          <p:spPr>
            <a:xfrm rot="16200000" flipH="1">
              <a:off x="5788634" y="1327263"/>
              <a:ext cx="360000" cy="810000"/>
            </a:xfrm>
            <a:prstGeom prst="curvedConnector4">
              <a:avLst>
                <a:gd name="adj1" fmla="val -63500"/>
                <a:gd name="adj2" fmla="val 128222"/>
              </a:avLst>
            </a:prstGeom>
            <a:ln w="15875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471AB4B9-C544-9EFF-5A5A-88BBE7341FC1}"/>
                </a:ext>
              </a:extLst>
            </p:cNvPr>
            <p:cNvSpPr txBox="1"/>
            <p:nvPr/>
          </p:nvSpPr>
          <p:spPr>
            <a:xfrm>
              <a:off x="5818210" y="1062027"/>
              <a:ext cx="7508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accent4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Reverse</a:t>
              </a:r>
              <a:endParaRPr lang="zh-CN" altLang="en-US" sz="12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6375CA8D-9F7B-DAD2-53C5-14AA631B2BE4}"/>
                </a:ext>
              </a:extLst>
            </p:cNvPr>
            <p:cNvSpPr txBox="1"/>
            <p:nvPr/>
          </p:nvSpPr>
          <p:spPr>
            <a:xfrm>
              <a:off x="6767306" y="1552263"/>
              <a:ext cx="1002197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accent4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Generation</a:t>
              </a:r>
              <a:endParaRPr lang="zh-CN" altLang="en-US" sz="12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3" name="连接符: 肘形 52">
              <a:extLst>
                <a:ext uri="{FF2B5EF4-FFF2-40B4-BE49-F238E27FC236}">
                  <a16:creationId xmlns:a16="http://schemas.microsoft.com/office/drawing/2014/main" id="{D121595C-6BBE-2E52-ADCE-315CE6BD97C2}"/>
                </a:ext>
              </a:extLst>
            </p:cNvPr>
            <p:cNvCxnSpPr>
              <a:cxnSpLocks/>
              <a:stCxn id="22" idx="3"/>
              <a:endCxn id="54" idx="0"/>
            </p:cNvCxnSpPr>
            <p:nvPr/>
          </p:nvCxnSpPr>
          <p:spPr>
            <a:xfrm>
              <a:off x="6373634" y="1912263"/>
              <a:ext cx="2043729" cy="850234"/>
            </a:xfrm>
            <a:prstGeom prst="bentConnector2">
              <a:avLst/>
            </a:prstGeom>
            <a:ln w="15875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F6B8B4E8-9ADA-19F6-2FF9-F6D15D9C3D01}"/>
                </a:ext>
              </a:extLst>
            </p:cNvPr>
            <p:cNvSpPr/>
            <p:nvPr/>
          </p:nvSpPr>
          <p:spPr>
            <a:xfrm>
              <a:off x="7607363" y="2762497"/>
              <a:ext cx="1620000" cy="72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Detailed Suggestions</a:t>
              </a:r>
              <a:endPara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1AEF0EDB-40ED-5B0D-8C81-44271651FF59}"/>
                </a:ext>
              </a:extLst>
            </p:cNvPr>
            <p:cNvCxnSpPr>
              <a:cxnSpLocks/>
            </p:cNvCxnSpPr>
            <p:nvPr/>
          </p:nvCxnSpPr>
          <p:spPr>
            <a:xfrm>
              <a:off x="6643634" y="5559484"/>
              <a:ext cx="693729" cy="4193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9A6CCA55-5A7B-7887-6988-8305833CBA3F}"/>
                </a:ext>
              </a:extLst>
            </p:cNvPr>
            <p:cNvSpPr/>
            <p:nvPr/>
          </p:nvSpPr>
          <p:spPr>
            <a:xfrm>
              <a:off x="7337363" y="5187162"/>
              <a:ext cx="2160000" cy="72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Final Optimized Content</a:t>
              </a:r>
              <a:endPara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372B6A5A-F6AA-A8C6-E517-3033D61AE754}"/>
                </a:ext>
              </a:extLst>
            </p:cNvPr>
            <p:cNvCxnSpPr>
              <a:cxnSpLocks/>
              <a:stCxn id="54" idx="2"/>
              <a:endCxn id="60" idx="0"/>
            </p:cNvCxnSpPr>
            <p:nvPr/>
          </p:nvCxnSpPr>
          <p:spPr>
            <a:xfrm>
              <a:off x="8417363" y="3482497"/>
              <a:ext cx="0" cy="1704665"/>
            </a:xfrm>
            <a:prstGeom prst="straightConnector1">
              <a:avLst/>
            </a:prstGeom>
            <a:ln w="15875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710DEDC5-6C7A-FA55-6C56-E22E00F81E34}"/>
                </a:ext>
              </a:extLst>
            </p:cNvPr>
            <p:cNvSpPr txBox="1"/>
            <p:nvPr/>
          </p:nvSpPr>
          <p:spPr>
            <a:xfrm>
              <a:off x="5842800" y="4194234"/>
              <a:ext cx="246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accent4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Step 2: Detailed Optimization</a:t>
              </a:r>
              <a:endParaRPr lang="zh-CN" altLang="en-US" sz="12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4617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宽屏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肆 陈</dc:creator>
  <cp:lastModifiedBy>肆 陈</cp:lastModifiedBy>
  <cp:revision>1</cp:revision>
  <dcterms:created xsi:type="dcterms:W3CDTF">2024-10-15T09:09:49Z</dcterms:created>
  <dcterms:modified xsi:type="dcterms:W3CDTF">2024-10-15T09:10:13Z</dcterms:modified>
</cp:coreProperties>
</file>